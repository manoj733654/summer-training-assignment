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125E-700F-10D3-AA66-9BA79BF55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516DA7-A915-4848-2C0E-ADE167CCD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3ED47-5B17-0890-BD0E-58A9A834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0FC85-22AE-8141-36CC-C52FE8039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3329-D935-8AAF-3B5D-3D6390FC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5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D650-FD93-C85B-FCC5-9AFEC104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3E57E-19C5-9B13-0BD7-A41A4E9A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74E47-B0A0-ED43-7352-D37DD45E1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8603F-9CF3-0602-B682-AA52C1B4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5AE68-64D7-1710-5026-E8F65883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57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20C6-F3D5-BBA2-CFDA-CB7B43388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411B7-DC52-1181-1E7F-E3357010B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D7E04-CDC7-834E-DEEE-DA92680A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38652-2817-76A8-E007-373BED48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C6AA6-000F-5AE1-9D30-FFFBBA9E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64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E30D-0B6F-312D-F2A3-EB1EBDD7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A3F60-662B-964F-1655-CAC80EA28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38AB8-54FD-0C7F-73CA-13362D2DC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65DD9-555F-3F7D-0955-D57F1AB8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22569-389C-A116-FBF0-29C5701B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5483A-F0FD-DD2E-CE16-60BF0E71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20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355F-1DCA-2A3C-F28D-25618DE5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E48D8-D00E-CD22-4478-F0D39FDA2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064AF-5342-81E6-ED72-E3E58CE33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EBB69-77F9-7BA3-DA28-9AEA9D95E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E2114-7358-905D-F1B1-888DC9FCA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1BAFC9-B919-5ADD-D141-75C2661B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20C3E-A845-06EE-2B3D-D4EE3972C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ADC149-893C-24E3-1F60-3BF77B15B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58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DB39-264B-BF8C-F33B-DACF22DC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5DC3D-0DBD-9ECB-9609-519D4554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21721-32E5-2C69-9609-D717A6FA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CBD16-EE0F-FA21-4969-893BBF19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BAF1BE-BC2A-AF77-44E2-8EC74B74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FDDA4-0C0B-7A8C-2FF5-B0D95A0D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DE8BC-B141-8BC4-2AA8-A0564A34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91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CA60-8278-3632-F81E-72492FAD4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28FC3-60B0-6731-F358-9C64C1981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8AFB7-64C7-0411-5DC5-B8138C057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56884-D4D2-9532-9EAB-109088256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55E28-9D4A-D71D-BE87-AF6E28DA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9B789-1663-5DCF-8670-9BDA59EE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86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9502-40CC-B056-8468-CD07E50B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61979-640A-9907-1C0F-BFE44553C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002EE-1F38-52AE-350D-F068E0B94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A1042-DE63-8B5E-E4C9-46602CD0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B9ABB-DAF5-A20C-B33A-D0DBF0588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36135-382A-BD7A-744F-E30E407D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88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47ED-61F0-E08C-3882-A4B5FC34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BC6F7-4D9A-5EDB-DFB1-24F902F49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3F1C-3E87-54F9-4B53-BE9B1B5A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FB99-C923-20E3-4F63-26A2210A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8B09F-E8F9-D546-8FE9-D6E4B2D0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18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F28FA-E9DF-F7FC-F902-451E09263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3C9DC-E091-DE04-47AD-D93F6D6B1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2D689-7010-72D5-F993-50D02E7A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4891B-196A-5B99-7C73-34C5837A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1704D-DEAC-7C67-C567-FF3547C4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48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A8D413-49D4-6DF0-0FF3-2CF0985B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E8EDF-1611-E911-4DD3-72EAD464E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EFF90-054B-02EE-2EFD-1B497F41E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1EA82-25DB-4797-94C3-CCA826DF8098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EDF5D-1CC9-5AA1-6ECF-B9078DB85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9DC08-22EE-FC59-3B50-20762DCE0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96C89-7AE0-433E-9987-B53D39703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4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30F93E-5AAE-7CEC-E990-91308A31F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102781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6A8149-5D39-6E60-00CD-39A62A02C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924" y="0"/>
            <a:ext cx="6075747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A8C7E2-FDAD-CCBD-11B4-BA0DD66AA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76" y="3432810"/>
            <a:ext cx="6096000" cy="3425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99D836-9986-6C22-6341-49BC4DF63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924" y="3418282"/>
            <a:ext cx="6115076" cy="34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0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11C22F-B57B-57A5-2EB6-5FA6C8769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6096000" cy="342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2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CHOUDHARY</dc:creator>
  <cp:lastModifiedBy>MANOJ CHOUDHARY</cp:lastModifiedBy>
  <cp:revision>1</cp:revision>
  <dcterms:created xsi:type="dcterms:W3CDTF">2026-06-25T06:29:48Z</dcterms:created>
  <dcterms:modified xsi:type="dcterms:W3CDTF">2026-06-25T06:30:53Z</dcterms:modified>
</cp:coreProperties>
</file>