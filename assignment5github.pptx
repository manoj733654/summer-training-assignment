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</p:sldIdLst>
  <p:sldSz cx="12192000" cy="13698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23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41868"/>
            <a:ext cx="10363200" cy="476912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194904"/>
            <a:ext cx="9144000" cy="330730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6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78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415126"/>
            <a:ext cx="10515600" cy="569821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167243"/>
            <a:ext cx="10515600" cy="299655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3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46601"/>
            <a:ext cx="5181600" cy="8691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646601"/>
            <a:ext cx="5181600" cy="8691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29323"/>
            <a:ext cx="10515600" cy="2647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358045"/>
            <a:ext cx="5157787" cy="164572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003772"/>
            <a:ext cx="5157787" cy="7359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358045"/>
            <a:ext cx="5183188" cy="164572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003772"/>
            <a:ext cx="5183188" cy="7359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4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6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85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3236"/>
            <a:ext cx="3932237" cy="319632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72339"/>
            <a:ext cx="6172200" cy="973484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09561"/>
            <a:ext cx="3932237" cy="761347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8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3236"/>
            <a:ext cx="3932237" cy="319632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72339"/>
            <a:ext cx="6172200" cy="973484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09561"/>
            <a:ext cx="3932237" cy="761347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19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4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29320"/>
            <a:ext cx="2628900" cy="11608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29320"/>
            <a:ext cx="7734300" cy="11608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53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29323"/>
            <a:ext cx="10515600" cy="2647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46601"/>
            <a:ext cx="10515600" cy="8691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696518"/>
            <a:ext cx="27432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27C38-12B7-4A19-AF3C-55B8DBBA4FCF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696518"/>
            <a:ext cx="41148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696518"/>
            <a:ext cx="2743200" cy="729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F0F8B-2A68-4D2C-9DE7-299340F6E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5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CDCA-B03B-D9B5-30B0-6599DA94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615" y="5019970"/>
            <a:ext cx="10515600" cy="2647751"/>
          </a:xfrm>
        </p:spPr>
        <p:txBody>
          <a:bodyPr/>
          <a:lstStyle/>
          <a:p>
            <a:r>
              <a:rPr lang="en-US" dirty="0"/>
              <a:t>Problem 1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617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50B74-6C60-FFEB-A34F-19E537C8A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727"/>
            <a:ext cx="2146853" cy="1361181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478EA3-01F4-1900-0BD7-D6375955D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02272"/>
              </p:ext>
            </p:extLst>
          </p:nvPr>
        </p:nvGraphicFramePr>
        <p:xfrm>
          <a:off x="2146853" y="0"/>
          <a:ext cx="10045148" cy="13698539"/>
        </p:xfrm>
        <a:graphic>
          <a:graphicData uri="http://schemas.openxmlformats.org/drawingml/2006/table">
            <a:tbl>
              <a:tblPr/>
              <a:tblGrid>
                <a:gridCol w="2511287">
                  <a:extLst>
                    <a:ext uri="{9D8B030D-6E8A-4147-A177-3AD203B41FA5}">
                      <a16:colId xmlns:a16="http://schemas.microsoft.com/office/drawing/2014/main" val="1698124690"/>
                    </a:ext>
                  </a:extLst>
                </a:gridCol>
                <a:gridCol w="2511287">
                  <a:extLst>
                    <a:ext uri="{9D8B030D-6E8A-4147-A177-3AD203B41FA5}">
                      <a16:colId xmlns:a16="http://schemas.microsoft.com/office/drawing/2014/main" val="750982238"/>
                    </a:ext>
                  </a:extLst>
                </a:gridCol>
                <a:gridCol w="2511287">
                  <a:extLst>
                    <a:ext uri="{9D8B030D-6E8A-4147-A177-3AD203B41FA5}">
                      <a16:colId xmlns:a16="http://schemas.microsoft.com/office/drawing/2014/main" val="1166815540"/>
                    </a:ext>
                  </a:extLst>
                </a:gridCol>
                <a:gridCol w="2511287">
                  <a:extLst>
                    <a:ext uri="{9D8B030D-6E8A-4147-A177-3AD203B41FA5}">
                      <a16:colId xmlns:a16="http://schemas.microsoft.com/office/drawing/2014/main" val="2718529854"/>
                    </a:ext>
                  </a:extLst>
                </a:gridCol>
              </a:tblGrid>
              <a:tr h="41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Line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Error Type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Error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Correction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688960"/>
                  </a:ext>
                </a:extLst>
              </a:tr>
              <a:tr h="1412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Syntax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Missing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1400"/>
                        <a:t> after array initialization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marks[5] = {80,90,70,60,50};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13973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12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Runtime / Array Bounds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&lt;=5</a:t>
                      </a:r>
                      <a:r>
                        <a:rPr lang="en-IN" sz="1400" dirty="0"/>
                        <a:t> accesses 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marks[5]</a:t>
                      </a:r>
                      <a:endParaRPr lang="en-IN" sz="1400" dirty="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i&lt;5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417223"/>
                  </a:ext>
                </a:extLst>
              </a:tr>
              <a:tr h="1079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Logical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Integer division stored in float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average = (float)total / 5;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63739"/>
                  </a:ext>
                </a:extLst>
              </a:tr>
              <a:tr h="41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22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Format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1400"/>
                        <a:t> used for float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%f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474031"/>
                  </a:ext>
                </a:extLst>
              </a:tr>
              <a:tr h="1079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34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Runtime / Array Bounds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scores[5]</a:t>
                      </a:r>
                      <a:r>
                        <a:rPr lang="en-IN" sz="1400"/>
                        <a:t> out of bounds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Remove assignment or increase size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056323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46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Runtime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Array too small for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"Programming"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char subject[20];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68563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58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String used as array index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attendance[1] = 1;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46513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60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Float used as array index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attendance[2] = 1;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830680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70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Runtime / Array Bounds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400"/>
                        <a:t> accesses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attendance[5]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i&lt;5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329561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82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Syntax / 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Missing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&amp;</a:t>
                      </a:r>
                      <a:r>
                        <a:rPr lang="en-IN" sz="1400"/>
                        <a:t> in scanf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scanf("%d",&amp;arr[i]);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68569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98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String assigned to char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grade[0]='A';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83061"/>
                  </a:ext>
                </a:extLst>
              </a:tr>
              <a:tr h="1079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107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Logical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Assignment instead of comparison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if(prices[2] == 300)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196510"/>
                  </a:ext>
                </a:extLst>
              </a:tr>
              <a:tr h="1079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116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Whole array cannot be assigned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Copy elements using loop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117883"/>
                  </a:ext>
                </a:extLst>
              </a:tr>
              <a:tr h="414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126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Format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1400"/>
                        <a:t> used for float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%f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194884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134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Semantic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Array cannot be assigned string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strcpy(city,"Jaipur");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492832"/>
                  </a:ext>
                </a:extLst>
              </a:tr>
              <a:tr h="74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142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Runtime / Array Bounds</a:t>
                      </a:r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400"/>
                        <a:t> accesses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result[5]</a:t>
                      </a:r>
                      <a:endParaRPr lang="en-IN" sz="140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&lt;5</a:t>
                      </a:r>
                      <a:endParaRPr lang="en-IN" sz="1400" dirty="0"/>
                    </a:p>
                  </a:txBody>
                  <a:tcPr marL="52676" marR="52676" marT="26338" marB="263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45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07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D32D-E892-A6AB-2AEB-68AA7819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469" y="4406801"/>
            <a:ext cx="10515600" cy="2647751"/>
          </a:xfrm>
        </p:spPr>
        <p:txBody>
          <a:bodyPr/>
          <a:lstStyle/>
          <a:p>
            <a:r>
              <a:rPr lang="en-US" dirty="0"/>
              <a:t>Problem 2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455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938D93-12AE-7499-1A45-DC57AF9E2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905"/>
            <a:ext cx="3001107" cy="135567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DA2EB-286A-E68A-D308-57B4CC796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04507"/>
              </p:ext>
            </p:extLst>
          </p:nvPr>
        </p:nvGraphicFramePr>
        <p:xfrm>
          <a:off x="3001106" y="70904"/>
          <a:ext cx="9190896" cy="13627628"/>
        </p:xfrm>
        <a:graphic>
          <a:graphicData uri="http://schemas.openxmlformats.org/drawingml/2006/table">
            <a:tbl>
              <a:tblPr/>
              <a:tblGrid>
                <a:gridCol w="2297724">
                  <a:extLst>
                    <a:ext uri="{9D8B030D-6E8A-4147-A177-3AD203B41FA5}">
                      <a16:colId xmlns:a16="http://schemas.microsoft.com/office/drawing/2014/main" val="1130797698"/>
                    </a:ext>
                  </a:extLst>
                </a:gridCol>
                <a:gridCol w="2297724">
                  <a:extLst>
                    <a:ext uri="{9D8B030D-6E8A-4147-A177-3AD203B41FA5}">
                      <a16:colId xmlns:a16="http://schemas.microsoft.com/office/drawing/2014/main" val="384139508"/>
                    </a:ext>
                  </a:extLst>
                </a:gridCol>
                <a:gridCol w="2297724">
                  <a:extLst>
                    <a:ext uri="{9D8B030D-6E8A-4147-A177-3AD203B41FA5}">
                      <a16:colId xmlns:a16="http://schemas.microsoft.com/office/drawing/2014/main" val="2371046842"/>
                    </a:ext>
                  </a:extLst>
                </a:gridCol>
                <a:gridCol w="2297724">
                  <a:extLst>
                    <a:ext uri="{9D8B030D-6E8A-4147-A177-3AD203B41FA5}">
                      <a16:colId xmlns:a16="http://schemas.microsoft.com/office/drawing/2014/main" val="4288555893"/>
                    </a:ext>
                  </a:extLst>
                </a:gridCol>
              </a:tblGrid>
              <a:tr h="44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Line No.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Error Type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Error Description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Correction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938949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15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Runtime / Array Bounds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i&lt;=10</a:t>
                      </a:r>
                      <a:r>
                        <a:rPr lang="en-IN" sz="1500"/>
                        <a:t> accesses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numbers[10]</a:t>
                      </a:r>
                      <a:r>
                        <a:rPr lang="en-IN" sz="1500"/>
                        <a:t> (valid indices 0-9)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for(int i=0;i&lt;10;i++)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739401"/>
                  </a:ext>
                </a:extLst>
              </a:tr>
              <a:tr h="1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27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sum = numbers[i];</a:t>
                      </a:r>
                      <a:r>
                        <a:rPr lang="en-IN" sz="1500"/>
                        <a:t> overwrites sum instead of adding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sum += numbers[i];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94390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34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Integer division used for average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average = (float)sum / 10;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413993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36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Format Specifier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Printing float using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%d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printf("Average = %.2f\n", average);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98428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47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Highest mark logic reversed (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sz="1500"/>
                        <a:t>)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if(marks[i] &gt; highest)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37547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66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Runtime / Array Bounds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attendance[5] = 1;</a:t>
                      </a:r>
                      <a:r>
                        <a:rPr lang="en-IN" sz="1500"/>
                        <a:t> exceeds array size (0-4)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Remove statement or increase array size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24210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70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Runtime / Array Bounds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500"/>
                        <a:t> accesses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attendance[5]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for(int i=0;i&lt;5;i++)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954527"/>
                  </a:ext>
                </a:extLst>
              </a:tr>
              <a:tr h="1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82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Buffer Overflow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"ComputerScience"</a:t>
                      </a:r>
                      <a:r>
                        <a:rPr lang="en-IN" sz="1500"/>
                        <a:t> (15 chars) exceeds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subject[10]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char subject[20];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96464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90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Syntax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Cannot assign string directly to array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strcpy(branch,"IT");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411893"/>
                  </a:ext>
                </a:extLst>
              </a:tr>
              <a:tr h="11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102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String not null terminated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Add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college[5]='\0';</a:t>
                      </a:r>
                      <a:endParaRPr lang="en-IN" sz="1500"/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33985"/>
                  </a:ext>
                </a:extLst>
              </a:tr>
              <a:tr h="1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104*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Possible Output Error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Printing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college</a:t>
                      </a:r>
                      <a:r>
                        <a:rPr lang="en-IN" sz="1500"/>
                        <a:t> before null termination may print garbage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Ensure null terminator exists</a:t>
                      </a:r>
                    </a:p>
                  </a:txBody>
                  <a:tcPr marL="57181" marR="57181" marT="28591" marB="2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852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33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6D87E-050E-3710-BC50-368F9F01F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27"/>
            <a:ext cx="2852604" cy="136850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C69D4A-3119-2039-2567-0901B4CB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44253"/>
              </p:ext>
            </p:extLst>
          </p:nvPr>
        </p:nvGraphicFramePr>
        <p:xfrm>
          <a:off x="3001616" y="13529"/>
          <a:ext cx="9190384" cy="13523566"/>
        </p:xfrm>
        <a:graphic>
          <a:graphicData uri="http://schemas.openxmlformats.org/drawingml/2006/table">
            <a:tbl>
              <a:tblPr/>
              <a:tblGrid>
                <a:gridCol w="2297596">
                  <a:extLst>
                    <a:ext uri="{9D8B030D-6E8A-4147-A177-3AD203B41FA5}">
                      <a16:colId xmlns:a16="http://schemas.microsoft.com/office/drawing/2014/main" val="2305707356"/>
                    </a:ext>
                  </a:extLst>
                </a:gridCol>
                <a:gridCol w="2297596">
                  <a:extLst>
                    <a:ext uri="{9D8B030D-6E8A-4147-A177-3AD203B41FA5}">
                      <a16:colId xmlns:a16="http://schemas.microsoft.com/office/drawing/2014/main" val="3500553041"/>
                    </a:ext>
                  </a:extLst>
                </a:gridCol>
                <a:gridCol w="2297596">
                  <a:extLst>
                    <a:ext uri="{9D8B030D-6E8A-4147-A177-3AD203B41FA5}">
                      <a16:colId xmlns:a16="http://schemas.microsoft.com/office/drawing/2014/main" val="3022447334"/>
                    </a:ext>
                  </a:extLst>
                </a:gridCol>
                <a:gridCol w="2297596">
                  <a:extLst>
                    <a:ext uri="{9D8B030D-6E8A-4147-A177-3AD203B41FA5}">
                      <a16:colId xmlns:a16="http://schemas.microsoft.com/office/drawing/2014/main" val="63912"/>
                    </a:ext>
                  </a:extLst>
                </a:gridCol>
              </a:tblGrid>
              <a:tr h="48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Line No.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 Type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 Description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Correction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889135"/>
                  </a:ext>
                </a:extLst>
              </a:tr>
              <a:tr h="1264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108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Semantic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Array index must be integer,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"two"</a:t>
                      </a:r>
                      <a:r>
                        <a:rPr lang="en-IN" sz="1600"/>
                        <a:t> is a string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fees[2] = 50000;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47273"/>
                  </a:ext>
                </a:extLst>
              </a:tr>
              <a:tr h="875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110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Semantic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Array index cannot be float (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3.5</a:t>
                      </a:r>
                      <a:r>
                        <a:rPr lang="en-IN" sz="1600"/>
                        <a:t>)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fees[3] = 60000;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895525"/>
                  </a:ext>
                </a:extLst>
              </a:tr>
              <a:tr h="875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128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Runtime / Input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Missing 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&amp;</a:t>
                      </a:r>
                      <a:r>
                        <a:rPr lang="en-IN" sz="1600" dirty="0"/>
                        <a:t> in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scanf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600" dirty="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scanf("%d", &amp;result[i]);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25246"/>
                  </a:ext>
                </a:extLst>
              </a:tr>
              <a:tr h="875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144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Logical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Assignment used in condition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if(stock[2] == 300)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95083"/>
                  </a:ext>
                </a:extLst>
              </a:tr>
              <a:tr h="204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153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Syntax/Semantic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Arrays cannot be assigned directly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 loop: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for(i=0;i&lt;5;i++) backup[i]=stock[i];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360893"/>
                  </a:ext>
                </a:extLst>
              </a:tr>
              <a:tr h="1264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162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Format Specifier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Printing float using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%d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printf("%.2f\n", salary[0]);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359375"/>
                  </a:ext>
                </a:extLst>
              </a:tr>
              <a:tr h="875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168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Runtime / Array Bounds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600"/>
                        <a:t> accesses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inventory[5]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for(int i=0;i&lt;5;i++)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54809"/>
                  </a:ext>
                </a:extLst>
              </a:tr>
              <a:tr h="1264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184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Buffer Overflow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"JaipurCity"</a:t>
                      </a:r>
                      <a:r>
                        <a:rPr lang="en-IN" sz="1600"/>
                        <a:t> (10 chars) exceeds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city[8]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char city[11];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355996"/>
                  </a:ext>
                </a:extLst>
              </a:tr>
              <a:tr h="204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193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Syntax/Semantic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Arrays cannot be assigned directly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 loop: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for(i=0;i&lt;5;i++) count[i]=inventory[i];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30946"/>
                  </a:ext>
                </a:extLst>
              </a:tr>
              <a:tr h="1653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199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Syntax Error</a:t>
                      </a:r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Missing semicolon after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printf("Program Ended\n")</a:t>
                      </a:r>
                      <a:endParaRPr lang="en-IN" sz="160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printf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("Program Ended\n");</a:t>
                      </a:r>
                      <a:endParaRPr lang="en-IN" sz="1600" dirty="0"/>
                    </a:p>
                  </a:txBody>
                  <a:tcPr marL="62529" marR="62529" marT="31265" marB="312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07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F22B-A887-5B40-037B-D475F6F4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295" y="4406801"/>
            <a:ext cx="10515600" cy="2647751"/>
          </a:xfrm>
        </p:spPr>
        <p:txBody>
          <a:bodyPr/>
          <a:lstStyle/>
          <a:p>
            <a:r>
              <a:rPr lang="en-US" dirty="0"/>
              <a:t>Problem 3:-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543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13CA6-26B8-8D3E-145D-40838BB43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2"/>
            <a:ext cx="2385391" cy="1368868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FEA6CF-081A-ABC2-2EC8-8F6BD0DF1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759314"/>
              </p:ext>
            </p:extLst>
          </p:nvPr>
        </p:nvGraphicFramePr>
        <p:xfrm>
          <a:off x="2385391" y="9852"/>
          <a:ext cx="9806608" cy="13688686"/>
        </p:xfrm>
        <a:graphic>
          <a:graphicData uri="http://schemas.openxmlformats.org/drawingml/2006/table">
            <a:tbl>
              <a:tblPr/>
              <a:tblGrid>
                <a:gridCol w="2451652">
                  <a:extLst>
                    <a:ext uri="{9D8B030D-6E8A-4147-A177-3AD203B41FA5}">
                      <a16:colId xmlns:a16="http://schemas.microsoft.com/office/drawing/2014/main" val="3714664882"/>
                    </a:ext>
                  </a:extLst>
                </a:gridCol>
                <a:gridCol w="2451652">
                  <a:extLst>
                    <a:ext uri="{9D8B030D-6E8A-4147-A177-3AD203B41FA5}">
                      <a16:colId xmlns:a16="http://schemas.microsoft.com/office/drawing/2014/main" val="1629739886"/>
                    </a:ext>
                  </a:extLst>
                </a:gridCol>
                <a:gridCol w="2451652">
                  <a:extLst>
                    <a:ext uri="{9D8B030D-6E8A-4147-A177-3AD203B41FA5}">
                      <a16:colId xmlns:a16="http://schemas.microsoft.com/office/drawing/2014/main" val="1766128328"/>
                    </a:ext>
                  </a:extLst>
                </a:gridCol>
                <a:gridCol w="2451652">
                  <a:extLst>
                    <a:ext uri="{9D8B030D-6E8A-4147-A177-3AD203B41FA5}">
                      <a16:colId xmlns:a16="http://schemas.microsoft.com/office/drawing/2014/main" val="1838588663"/>
                    </a:ext>
                  </a:extLst>
                </a:gridCol>
              </a:tblGrid>
              <a:tr h="575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Line No.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Error Type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Error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Correction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5032"/>
                  </a:ext>
                </a:extLst>
              </a:tr>
              <a:tr h="14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20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Logical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Integer division used for average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average = (float)total / 5;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98005"/>
                  </a:ext>
                </a:extLst>
              </a:tr>
              <a:tr h="14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41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Logical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Lowest mark condition wrong (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IN" sz="1900"/>
                        <a:t>)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if(marks[i] &lt; lowest)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15811"/>
                  </a:ext>
                </a:extLst>
              </a:tr>
              <a:tr h="103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57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Runtime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Array index out of bounds (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900"/>
                        <a:t>)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for(int i=0;i&lt;5;i++)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624001"/>
                  </a:ext>
                </a:extLst>
              </a:tr>
              <a:tr h="14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68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Runtime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subject[8]</a:t>
                      </a:r>
                      <a:r>
                        <a:rPr lang="en-IN" sz="1900"/>
                        <a:t> too small for "Programming"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char subject[20];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3632"/>
                  </a:ext>
                </a:extLst>
              </a:tr>
              <a:tr h="103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70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Runtime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Buffer overflow in strcpy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Increase array size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80915"/>
                  </a:ext>
                </a:extLst>
              </a:tr>
              <a:tr h="103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78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Semantic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Wrong scanf argument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scanf("%9s", branch);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952193"/>
                  </a:ext>
                </a:extLst>
              </a:tr>
              <a:tr h="14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86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Runtime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fees[5]</a:t>
                      </a:r>
                      <a:r>
                        <a:rPr lang="en-IN" sz="1900"/>
                        <a:t> out of bounds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Remove assignment or make array size 6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93094"/>
                  </a:ext>
                </a:extLst>
              </a:tr>
              <a:tr h="103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98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Logical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Assignment used in if condition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if(stock[2] == 30)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085759"/>
                  </a:ext>
                </a:extLst>
              </a:tr>
              <a:tr h="1035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105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Semantic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Cannot assign one array to another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loop or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memcpy()</a:t>
                      </a:r>
                      <a:endParaRPr lang="en-IN" sz="1900"/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053861"/>
                  </a:ext>
                </a:extLst>
              </a:tr>
              <a:tr h="1955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107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Semantic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backup[0]</a:t>
                      </a:r>
                      <a:r>
                        <a:rPr lang="en-IN" sz="1900"/>
                        <a:t> may contain garbage because copy failed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Copy array first</a:t>
                      </a:r>
                    </a:p>
                  </a:txBody>
                  <a:tcPr marL="73038" marR="73038" marT="36519" marB="36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3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63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47250-A576-8D63-6F2C-44AE703CF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66"/>
            <a:ext cx="3140765" cy="135352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67C3E3-26A2-0F62-B103-CDA4600D3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80558"/>
              </p:ext>
            </p:extLst>
          </p:nvPr>
        </p:nvGraphicFramePr>
        <p:xfrm>
          <a:off x="3140764" y="81666"/>
          <a:ext cx="9051236" cy="13535205"/>
        </p:xfrm>
        <a:graphic>
          <a:graphicData uri="http://schemas.openxmlformats.org/drawingml/2006/table">
            <a:tbl>
              <a:tblPr/>
              <a:tblGrid>
                <a:gridCol w="2262809">
                  <a:extLst>
                    <a:ext uri="{9D8B030D-6E8A-4147-A177-3AD203B41FA5}">
                      <a16:colId xmlns:a16="http://schemas.microsoft.com/office/drawing/2014/main" val="2591379335"/>
                    </a:ext>
                  </a:extLst>
                </a:gridCol>
                <a:gridCol w="2262809">
                  <a:extLst>
                    <a:ext uri="{9D8B030D-6E8A-4147-A177-3AD203B41FA5}">
                      <a16:colId xmlns:a16="http://schemas.microsoft.com/office/drawing/2014/main" val="4182445004"/>
                    </a:ext>
                  </a:extLst>
                </a:gridCol>
                <a:gridCol w="2262809">
                  <a:extLst>
                    <a:ext uri="{9D8B030D-6E8A-4147-A177-3AD203B41FA5}">
                      <a16:colId xmlns:a16="http://schemas.microsoft.com/office/drawing/2014/main" val="2571741863"/>
                    </a:ext>
                  </a:extLst>
                </a:gridCol>
                <a:gridCol w="2262809">
                  <a:extLst>
                    <a:ext uri="{9D8B030D-6E8A-4147-A177-3AD203B41FA5}">
                      <a16:colId xmlns:a16="http://schemas.microsoft.com/office/drawing/2014/main" val="3116822208"/>
                    </a:ext>
                  </a:extLst>
                </a:gridCol>
              </a:tblGrid>
              <a:tr h="48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Line No.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 Type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Correction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653660"/>
                  </a:ext>
                </a:extLst>
              </a:tr>
              <a:tr h="1669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108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Float literal assigned to float array element (better style)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45000.75f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670582"/>
                  </a:ext>
                </a:extLst>
              </a:tr>
              <a:tr h="489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112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Format Error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1800"/>
                        <a:t> used for float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%f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690185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120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Runtime/Semantic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Missing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&amp;</a:t>
                      </a:r>
                      <a:r>
                        <a:rPr lang="en-IN" sz="1800"/>
                        <a:t> in scanf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scanf("%d", &amp;result[i]);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717728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136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Cannot assign string to array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strcpy(city, "Jaipur");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11308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144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String used as array index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inventory[1] = 100;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43184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146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Float used as array index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inventory[2] = 200;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585882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155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Array out of bounds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800"/>
                        <a:t>)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i&lt;5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202585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170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Runtime/Logical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 null terminator in string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Increase size and add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'\0'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00488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178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Cannot assign one array to another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Copy using loop or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memcpy()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69309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186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Array too small for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"Computer"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char course[9];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18479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188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Buffer overflow in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strcpy()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Increase array size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37507"/>
                  </a:ext>
                </a:extLst>
              </a:tr>
              <a:tr h="88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196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Array out of bounds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800"/>
                        <a:t>)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i&lt;5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879788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209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Syntax</a:t>
                      </a:r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Missing semicolon after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return 0</a:t>
                      </a:r>
                      <a:endParaRPr lang="en-IN" sz="180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return 0;</a:t>
                      </a:r>
                      <a:endParaRPr lang="en-IN" sz="1800" dirty="0"/>
                    </a:p>
                  </a:txBody>
                  <a:tcPr marL="66858" marR="66858" marT="33429" marB="334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928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15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2DE2-D4D4-6C23-995C-11CE541D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4704975"/>
            <a:ext cx="10515600" cy="2647751"/>
          </a:xfrm>
        </p:spPr>
        <p:txBody>
          <a:bodyPr/>
          <a:lstStyle/>
          <a:p>
            <a:r>
              <a:rPr lang="en-US" dirty="0"/>
              <a:t>Problem 4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50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8919EE-60F7-544B-25DB-F79336722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01008" cy="1374857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A95D8F-288F-C724-A852-CA1355A7F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22371"/>
              </p:ext>
            </p:extLst>
          </p:nvPr>
        </p:nvGraphicFramePr>
        <p:xfrm>
          <a:off x="3359426" y="0"/>
          <a:ext cx="8832576" cy="13698540"/>
        </p:xfrm>
        <a:graphic>
          <a:graphicData uri="http://schemas.openxmlformats.org/drawingml/2006/table">
            <a:tbl>
              <a:tblPr/>
              <a:tblGrid>
                <a:gridCol w="2208144">
                  <a:extLst>
                    <a:ext uri="{9D8B030D-6E8A-4147-A177-3AD203B41FA5}">
                      <a16:colId xmlns:a16="http://schemas.microsoft.com/office/drawing/2014/main" val="2238622569"/>
                    </a:ext>
                  </a:extLst>
                </a:gridCol>
                <a:gridCol w="2208144">
                  <a:extLst>
                    <a:ext uri="{9D8B030D-6E8A-4147-A177-3AD203B41FA5}">
                      <a16:colId xmlns:a16="http://schemas.microsoft.com/office/drawing/2014/main" val="939673211"/>
                    </a:ext>
                  </a:extLst>
                </a:gridCol>
                <a:gridCol w="2208144">
                  <a:extLst>
                    <a:ext uri="{9D8B030D-6E8A-4147-A177-3AD203B41FA5}">
                      <a16:colId xmlns:a16="http://schemas.microsoft.com/office/drawing/2014/main" val="1036673288"/>
                    </a:ext>
                  </a:extLst>
                </a:gridCol>
                <a:gridCol w="2208144">
                  <a:extLst>
                    <a:ext uri="{9D8B030D-6E8A-4147-A177-3AD203B41FA5}">
                      <a16:colId xmlns:a16="http://schemas.microsoft.com/office/drawing/2014/main" val="1325771664"/>
                    </a:ext>
                  </a:extLst>
                </a:gridCol>
              </a:tblGrid>
              <a:tr h="35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Line No.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Type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Correction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885650"/>
                  </a:ext>
                </a:extLst>
              </a:tr>
              <a:tr h="1766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printf("Average Sales = %d\n", averageSales);</a:t>
                      </a:r>
                      <a:r>
                        <a:rPr lang="en-IN" sz="1200"/>
                        <a:t> printing float using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%d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Semantic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%f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12572"/>
                  </a:ext>
                </a:extLst>
              </a:tr>
              <a:tr h="120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averageSales = totalSales / 5;</a:t>
                      </a:r>
                      <a:r>
                        <a:rPr lang="en-IN" sz="1200"/>
                        <a:t> integer division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averageSales = (float)totalSales / 5;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01051"/>
                  </a:ext>
                </a:extLst>
              </a:tr>
              <a:tr h="1483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28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if(sales[i] &lt; highestSale)</a:t>
                      </a:r>
                      <a:r>
                        <a:rPr lang="en-IN" sz="1200"/>
                        <a:t> finds minimum instead of maximum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if(sales[i] &gt; highestSale)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977080"/>
                  </a:ext>
                </a:extLst>
              </a:tr>
              <a:tr h="63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44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monthlySales[5] = 250;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Array Bounds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 indices are 0–4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959948"/>
                  </a:ext>
                </a:extLst>
              </a:tr>
              <a:tr h="63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48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for(int i=0;i&lt;=5;i++)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Array Bounds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 &lt; 5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25713"/>
                  </a:ext>
                </a:extLst>
              </a:tr>
              <a:tr h="9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56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strcpy(product,"LaptopComputer");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/ Buffer Overflow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Increase array size or shorten string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93686"/>
                  </a:ext>
                </a:extLst>
              </a:tr>
              <a:tr h="120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62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category = "Electronics";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Syntax / Semantic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strcpy(category,"Electronics");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014482"/>
                  </a:ext>
                </a:extLst>
              </a:tr>
              <a:tr h="9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70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stock["first"] = 100;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Semantic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numeric index such as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stock[0]=100;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198294"/>
                  </a:ext>
                </a:extLst>
              </a:tr>
              <a:tr h="63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72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stock[2.7] = 200;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Semantic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integer index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stock[2]=200;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90895"/>
                  </a:ext>
                </a:extLst>
              </a:tr>
              <a:tr h="9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90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scanf("%d", orders[i]);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scanf("%d",&amp;orders[i]);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13031"/>
                  </a:ext>
                </a:extLst>
              </a:tr>
              <a:tr h="1483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101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Missing output for total orders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printf("Total Orders = %d\n", totalOrders);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045123"/>
                  </a:ext>
                </a:extLst>
              </a:tr>
              <a:tr h="917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101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Missing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return 0;</a:t>
                      </a:r>
                      <a:r>
                        <a:rPr lang="en-IN" sz="1200"/>
                        <a:t> before closing main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 Practice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return 0;</a:t>
                      </a:r>
                      <a:endParaRPr lang="en-IN" sz="120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63860"/>
                  </a:ext>
                </a:extLst>
              </a:tr>
              <a:tr h="63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</a:t>
                      </a:r>
                      <a:r>
                        <a:rPr lang="en-IN" sz="1200" dirty="0"/>
                        <a:t>02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Missing closing brace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IN" sz="1200"/>
                        <a:t> for main()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Add 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}</a:t>
                      </a:r>
                      <a:endParaRPr lang="en-IN" sz="1200" dirty="0"/>
                    </a:p>
                  </a:txBody>
                  <a:tcPr marL="44802" marR="44802" marT="22401" marB="22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43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5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ABE08-A088-4195-06F3-726B0C07B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63077" cy="1385686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CC8F95-8A8F-5A05-7E4C-4FFDDD3B1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07217"/>
              </p:ext>
            </p:extLst>
          </p:nvPr>
        </p:nvGraphicFramePr>
        <p:xfrm>
          <a:off x="2922103" y="1"/>
          <a:ext cx="9269896" cy="13698539"/>
        </p:xfrm>
        <a:graphic>
          <a:graphicData uri="http://schemas.openxmlformats.org/drawingml/2006/table">
            <a:tbl>
              <a:tblPr/>
              <a:tblGrid>
                <a:gridCol w="2317474">
                  <a:extLst>
                    <a:ext uri="{9D8B030D-6E8A-4147-A177-3AD203B41FA5}">
                      <a16:colId xmlns:a16="http://schemas.microsoft.com/office/drawing/2014/main" val="3150226521"/>
                    </a:ext>
                  </a:extLst>
                </a:gridCol>
                <a:gridCol w="2317474">
                  <a:extLst>
                    <a:ext uri="{9D8B030D-6E8A-4147-A177-3AD203B41FA5}">
                      <a16:colId xmlns:a16="http://schemas.microsoft.com/office/drawing/2014/main" val="858212361"/>
                    </a:ext>
                  </a:extLst>
                </a:gridCol>
                <a:gridCol w="2317474">
                  <a:extLst>
                    <a:ext uri="{9D8B030D-6E8A-4147-A177-3AD203B41FA5}">
                      <a16:colId xmlns:a16="http://schemas.microsoft.com/office/drawing/2014/main" val="1392013164"/>
                    </a:ext>
                  </a:extLst>
                </a:gridCol>
                <a:gridCol w="2317474">
                  <a:extLst>
                    <a:ext uri="{9D8B030D-6E8A-4147-A177-3AD203B41FA5}">
                      <a16:colId xmlns:a16="http://schemas.microsoft.com/office/drawing/2014/main" val="3157771690"/>
                    </a:ext>
                  </a:extLst>
                </a:gridCol>
              </a:tblGrid>
              <a:tr h="33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Line No.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Error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Type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Correction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82948"/>
                  </a:ext>
                </a:extLst>
              </a:tr>
              <a:tr h="141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113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if(revenue[2] = 3000)</a:t>
                      </a:r>
                      <a:r>
                        <a:rPr lang="en-IN" sz="1100"/>
                        <a:t> uses assignment instead of comparison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Logical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if(revenue[2] == 3000)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68878"/>
                  </a:ext>
                </a:extLst>
              </a:tr>
              <a:tr h="1141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122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backupRevenue = revenue;</a:t>
                      </a:r>
                      <a:r>
                        <a:rPr lang="en-IN" sz="1100"/>
                        <a:t> array assignment not allowed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Copy using loop or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memcpy()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212892"/>
                  </a:ext>
                </a:extLst>
              </a:tr>
              <a:tr h="141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132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printf("%d\n", commission[0]);</a:t>
                      </a:r>
                      <a:r>
                        <a:rPr lang="en-IN" sz="1100"/>
                        <a:t> printing float with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%d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%f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15748"/>
                  </a:ext>
                </a:extLst>
              </a:tr>
              <a:tr h="1141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138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city = "Jaipur";</a:t>
                      </a:r>
                      <a:r>
                        <a:rPr lang="en-IN" sz="1100"/>
                        <a:t> array assignment not allowed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strcpy(city,"Jaipur");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5114"/>
                  </a:ext>
                </a:extLst>
              </a:tr>
              <a:tr h="1141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150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printf("%s\n", branch);</a:t>
                      </a:r>
                      <a:r>
                        <a:rPr lang="en-IN" sz="1100"/>
                        <a:t> string not null terminated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 / Logical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Add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branch[4]='\0';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32467"/>
                  </a:ext>
                </a:extLst>
              </a:tr>
              <a:tr h="872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156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for(int i=0;i&lt;=5;i++)</a:t>
                      </a:r>
                      <a:r>
                        <a:rPr lang="en-IN" sz="1100"/>
                        <a:t> accesses index 5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Array Bounds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i&lt;5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81555"/>
                  </a:ext>
                </a:extLst>
              </a:tr>
              <a:tr h="141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172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strcpy(department,"Marketing");</a:t>
                      </a:r>
                      <a:r>
                        <a:rPr lang="en-IN" sz="1100"/>
                        <a:t> destination too small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 / Buffer Overflow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Increase size (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char department[10];</a:t>
                      </a:r>
                      <a:r>
                        <a:rPr lang="en-IN" sz="1100"/>
                        <a:t>)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326282"/>
                  </a:ext>
                </a:extLst>
              </a:tr>
              <a:tr h="1141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180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expenses = sales;</a:t>
                      </a:r>
                      <a:r>
                        <a:rPr lang="en-IN" sz="1100"/>
                        <a:t> array assignment not allowed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Copy elements individually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81968"/>
                  </a:ext>
                </a:extLst>
              </a:tr>
              <a:tr h="872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188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ratings[-1] = 5;</a:t>
                      </a:r>
                      <a:r>
                        <a:rPr lang="en-IN" sz="1100"/>
                        <a:t> negative array index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 / Array Bounds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valid index (0–4)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290555"/>
                  </a:ext>
                </a:extLst>
              </a:tr>
              <a:tr h="141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200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printf("%s\n", feedback[0]);</a:t>
                      </a:r>
                      <a:r>
                        <a:rPr lang="en-IN" sz="1100"/>
                        <a:t>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%s</a:t>
                      </a:r>
                      <a:r>
                        <a:rPr lang="en-IN" sz="1100"/>
                        <a:t> used for integer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printf("%d\n", feedback[0]);</a:t>
                      </a:r>
                      <a:endParaRPr lang="en-IN" sz="110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56088"/>
                  </a:ext>
                </a:extLst>
              </a:tr>
              <a:tr h="141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204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printf("Report Generated Successfully\n")</a:t>
                      </a:r>
                      <a:r>
                        <a:rPr lang="en-IN" sz="1100"/>
                        <a:t> missing semicolon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Syntax</a:t>
                      </a:r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Add 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1100" dirty="0"/>
                    </a:p>
                  </a:txBody>
                  <a:tcPr marL="42606" marR="42606" marT="21303" marB="213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9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3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509B-D5E3-AE10-70EE-8EB1452A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974" y="4201518"/>
            <a:ext cx="10515600" cy="2647751"/>
          </a:xfrm>
        </p:spPr>
        <p:txBody>
          <a:bodyPr/>
          <a:lstStyle/>
          <a:p>
            <a:r>
              <a:rPr lang="en-US" dirty="0"/>
              <a:t>Problem 5 :-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932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7CBFE2-3773-7C39-6E85-27FB8979F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1496" cy="1371621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514180-B080-FD6F-FF88-092F6E432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6384"/>
              </p:ext>
            </p:extLst>
          </p:nvPr>
        </p:nvGraphicFramePr>
        <p:xfrm>
          <a:off x="3220278" y="0"/>
          <a:ext cx="8971725" cy="13698537"/>
        </p:xfrm>
        <a:graphic>
          <a:graphicData uri="http://schemas.openxmlformats.org/drawingml/2006/table">
            <a:tbl>
              <a:tblPr/>
              <a:tblGrid>
                <a:gridCol w="1794345">
                  <a:extLst>
                    <a:ext uri="{9D8B030D-6E8A-4147-A177-3AD203B41FA5}">
                      <a16:colId xmlns:a16="http://schemas.microsoft.com/office/drawing/2014/main" val="3856513944"/>
                    </a:ext>
                  </a:extLst>
                </a:gridCol>
                <a:gridCol w="1794345">
                  <a:extLst>
                    <a:ext uri="{9D8B030D-6E8A-4147-A177-3AD203B41FA5}">
                      <a16:colId xmlns:a16="http://schemas.microsoft.com/office/drawing/2014/main" val="3887275503"/>
                    </a:ext>
                  </a:extLst>
                </a:gridCol>
                <a:gridCol w="1794345">
                  <a:extLst>
                    <a:ext uri="{9D8B030D-6E8A-4147-A177-3AD203B41FA5}">
                      <a16:colId xmlns:a16="http://schemas.microsoft.com/office/drawing/2014/main" val="1186264891"/>
                    </a:ext>
                  </a:extLst>
                </a:gridCol>
                <a:gridCol w="1794345">
                  <a:extLst>
                    <a:ext uri="{9D8B030D-6E8A-4147-A177-3AD203B41FA5}">
                      <a16:colId xmlns:a16="http://schemas.microsoft.com/office/drawing/2014/main" val="3273908620"/>
                    </a:ext>
                  </a:extLst>
                </a:gridCol>
                <a:gridCol w="1794345">
                  <a:extLst>
                    <a:ext uri="{9D8B030D-6E8A-4147-A177-3AD203B41FA5}">
                      <a16:colId xmlns:a16="http://schemas.microsoft.com/office/drawing/2014/main" val="1861379842"/>
                    </a:ext>
                  </a:extLst>
                </a:gridCol>
              </a:tblGrid>
              <a:tr h="33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Line No.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Code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 Type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Description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Correction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275669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20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printf("Average = %d\n", average);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Format / Semantic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1200"/>
                        <a:t> used for float variable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printf("Average = %.2f\n", average);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548443"/>
                  </a:ext>
                </a:extLst>
              </a:tr>
              <a:tr h="1410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average = total / 10;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Integer division performed before storing in float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average = (float)total / 10;</a:t>
                      </a:r>
                      <a:endParaRPr lang="en-IN" sz="1200" dirty="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703499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28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if(marks[i] &lt; highest)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Finding lowest value instead of highest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if(marks[i] &gt; highest)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47160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41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if(marks[i] &gt; lowest)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Finding highest value instead of lowest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if(marks[i] &lt; lowest)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02390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57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attendance[10] = 0;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/ Array Bounds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Array size is 10, valid index is 0-9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Remove statement or use index 9 if intended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57329"/>
                  </a:ext>
                </a:extLst>
              </a:tr>
              <a:tr h="8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61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for(int i=0;i&lt;=10;i++)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/ Array Bounds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Accesses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attendance[10]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for(int i=0;i&lt;10;i++)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36780"/>
                  </a:ext>
                </a:extLst>
              </a:tr>
              <a:tr h="1410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71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strcpy(subject,"DataStructures");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/ Buffer Overflow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String length (14 + '\0') exceeds array size 10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Increase array size, e.g.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char subject[20];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47218"/>
                  </a:ext>
                </a:extLst>
              </a:tr>
              <a:tr h="1410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79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department = "InformationTechnology";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 / Semantic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Cannot assign string directly to character array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strcpy(department,"InformationTechnology");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841617"/>
                  </a:ext>
                </a:extLst>
              </a:tr>
              <a:tr h="1410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79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strcpy(department,"InformationTechnology");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/ Buffer Overflow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String longer than array size 20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Increase size, e.g.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char department[30];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606167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87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fees["two"] = 50000;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 / Semantic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Array index must be integer, not string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fees[2] = 50000;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91536"/>
                  </a:ext>
                </a:extLst>
              </a:tr>
              <a:tr h="1141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89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fees[4.5] = 70000;</a:t>
                      </a:r>
                      <a:endParaRPr lang="en-IN" sz="120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Semantic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Array index cannot be float</a:t>
                      </a:r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Use integer index such as 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fees[4] = 70000;</a:t>
                      </a:r>
                      <a:endParaRPr lang="en-IN" sz="1200" dirty="0"/>
                    </a:p>
                  </a:txBody>
                  <a:tcPr marL="44345" marR="44345" marT="22172" marB="22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8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305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CAC40-27C6-F3A4-1E53-32B56B1C8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8"/>
            <a:ext cx="2425146" cy="1362062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AD8999-67E8-3600-E078-2BFF888B1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08956"/>
              </p:ext>
            </p:extLst>
          </p:nvPr>
        </p:nvGraphicFramePr>
        <p:xfrm>
          <a:off x="2663687" y="38957"/>
          <a:ext cx="9528315" cy="13620618"/>
        </p:xfrm>
        <a:graphic>
          <a:graphicData uri="http://schemas.openxmlformats.org/drawingml/2006/table">
            <a:tbl>
              <a:tblPr/>
              <a:tblGrid>
                <a:gridCol w="1905663">
                  <a:extLst>
                    <a:ext uri="{9D8B030D-6E8A-4147-A177-3AD203B41FA5}">
                      <a16:colId xmlns:a16="http://schemas.microsoft.com/office/drawing/2014/main" val="216248263"/>
                    </a:ext>
                  </a:extLst>
                </a:gridCol>
                <a:gridCol w="1905663">
                  <a:extLst>
                    <a:ext uri="{9D8B030D-6E8A-4147-A177-3AD203B41FA5}">
                      <a16:colId xmlns:a16="http://schemas.microsoft.com/office/drawing/2014/main" val="2423482958"/>
                    </a:ext>
                  </a:extLst>
                </a:gridCol>
                <a:gridCol w="1905663">
                  <a:extLst>
                    <a:ext uri="{9D8B030D-6E8A-4147-A177-3AD203B41FA5}">
                      <a16:colId xmlns:a16="http://schemas.microsoft.com/office/drawing/2014/main" val="1754432563"/>
                    </a:ext>
                  </a:extLst>
                </a:gridCol>
                <a:gridCol w="1905663">
                  <a:extLst>
                    <a:ext uri="{9D8B030D-6E8A-4147-A177-3AD203B41FA5}">
                      <a16:colId xmlns:a16="http://schemas.microsoft.com/office/drawing/2014/main" val="2721581752"/>
                    </a:ext>
                  </a:extLst>
                </a:gridCol>
                <a:gridCol w="1905663">
                  <a:extLst>
                    <a:ext uri="{9D8B030D-6E8A-4147-A177-3AD203B41FA5}">
                      <a16:colId xmlns:a16="http://schemas.microsoft.com/office/drawing/2014/main" val="1369924399"/>
                    </a:ext>
                  </a:extLst>
                </a:gridCol>
              </a:tblGrid>
              <a:tr h="35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Line No.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Code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Error Type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Description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Correction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49491"/>
                  </a:ext>
                </a:extLst>
              </a:tr>
              <a:tr h="1200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95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scanf("%d", result[i]);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Semantic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Missing address operator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&amp;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scanf("%d", &amp;result[i]);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8108"/>
                  </a:ext>
                </a:extLst>
              </a:tr>
              <a:tr h="1200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111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if(inventory[2] = 30)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Logical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Assignment used instead of comparison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if(inventory[2] == 30)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62457"/>
                  </a:ext>
                </a:extLst>
              </a:tr>
              <a:tr h="1200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119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backup = inventory;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Syntax / Semantic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Arrays cannot be assigned directly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Copy elements using loop or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memcpy()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48746"/>
                  </a:ext>
                </a:extLst>
              </a:tr>
              <a:tr h="1200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129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printf("%d\n", salary[0]);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Format Error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Float printed using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%d</a:t>
                      </a:r>
                      <a:endParaRPr lang="en-IN" sz="1300" dirty="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printf("%f\n", salary[0]);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217084"/>
                  </a:ext>
                </a:extLst>
              </a:tr>
              <a:tr h="14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135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city = "Jaipur";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Syntax / Semantic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Cannot assign string directly to character array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strcpy(city, "Jaipur");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61043"/>
                  </a:ext>
                </a:extLst>
              </a:tr>
              <a:tr h="91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146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printf("%s\n", branch);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Logical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String not null-terminated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branch[4] = '\0';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91000"/>
                  </a:ext>
                </a:extLst>
              </a:tr>
              <a:tr h="91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152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for(int i=0;i&lt;=5;i++)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Array Bounds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Loop accesses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stock[5]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for(int i=0;i&lt;5;i++)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64674"/>
                  </a:ext>
                </a:extLst>
              </a:tr>
              <a:tr h="1482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166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strcpy(course,"Programming");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Buffer Overflow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String exceeds array size 8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Increase array size, e.g.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char course[20];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061065"/>
                  </a:ext>
                </a:extLst>
              </a:tr>
              <a:tr h="634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174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ratings[-1] = 10;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Array Bounds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Negative array index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valid index 0–4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29696"/>
                  </a:ext>
                </a:extLst>
              </a:tr>
              <a:tr h="1200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180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printf("%s\n", feedback[0]);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Format Error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%s</a:t>
                      </a:r>
                      <a:r>
                        <a:rPr lang="en-IN" sz="1300"/>
                        <a:t> expects string, received integer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printf("%d\n", feedback[0]);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94667"/>
                  </a:ext>
                </a:extLst>
              </a:tr>
              <a:tr h="91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188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scores = marks;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Syntax / Semantic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Arrays cannot be assigned directly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Copy elements using loop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62070"/>
                  </a:ext>
                </a:extLst>
              </a:tr>
              <a:tr h="917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198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printf("%d\n", temp[5]);</a:t>
                      </a:r>
                      <a:endParaRPr lang="en-IN" sz="1300"/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Runtime / Array Bounds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Accesses element outside array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Use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temp[4]</a:t>
                      </a:r>
                      <a:r>
                        <a:rPr lang="en-IN" sz="1300" dirty="0"/>
                        <a:t> or valid index</a:t>
                      </a:r>
                    </a:p>
                  </a:txBody>
                  <a:tcPr marL="48020" marR="48020" marT="24010" marB="24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267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5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2152</Words>
  <Application>Microsoft Office PowerPoint</Application>
  <PresentationFormat>Custom</PresentationFormat>
  <Paragraphs>494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Problem 1 :-</vt:lpstr>
      <vt:lpstr>PowerPoint Presentation</vt:lpstr>
      <vt:lpstr>Problem 2 :-</vt:lpstr>
      <vt:lpstr>PowerPoint Presentation</vt:lpstr>
      <vt:lpstr>PowerPoint Presentation</vt:lpstr>
      <vt:lpstr>Problem 3:- </vt:lpstr>
      <vt:lpstr>PowerPoint Presentation</vt:lpstr>
      <vt:lpstr>PowerPoint Presentation</vt:lpstr>
      <vt:lpstr>Problem 4 :-</vt:lpstr>
      <vt:lpstr>PowerPoint Presentation</vt:lpstr>
      <vt:lpstr>PowerPoint Presentation</vt:lpstr>
      <vt:lpstr>Problem 5 :-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CHOUDHARY</dc:creator>
  <cp:lastModifiedBy>MANOJ CHOUDHARY</cp:lastModifiedBy>
  <cp:revision>1</cp:revision>
  <dcterms:created xsi:type="dcterms:W3CDTF">2026-06-19T13:53:31Z</dcterms:created>
  <dcterms:modified xsi:type="dcterms:W3CDTF">2026-06-19T14:47:54Z</dcterms:modified>
</cp:coreProperties>
</file>