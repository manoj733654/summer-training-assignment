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64CE2-EC30-8206-424A-A30B17FC4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DA970-9EE5-2466-396A-5CCA87726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57067-923C-1448-9174-0FB10E53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DE77D-E859-4CAE-9919-31B4D1E26BA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1249B-B60E-11E8-8DC2-86421F08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3E5FE-6BA0-5149-3FF2-0766DA7DB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D79E-06EF-4159-9388-A71B56598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86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C516-F6CF-4574-3B00-375EF4448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203FE-5E64-54D1-8B93-BE538230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A6D27-15C1-4435-D616-D3254CD1E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DE77D-E859-4CAE-9919-31B4D1E26BA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6E30A-83AC-A266-5469-A9CE5DC4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9B29C-FBF6-1D47-6ACD-7F81FD14F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D79E-06EF-4159-9388-A71B56598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091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83DEC-8B40-6FC4-253A-6CD535886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CB9D0-DB3E-1B66-5B04-73D8786ED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643BE-4D2B-6D75-2233-08B60931D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DE77D-E859-4CAE-9919-31B4D1E26BA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21C8E-F638-CF3B-5430-722249A07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FA2BD-9F4D-9424-7D21-6F624A0C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D79E-06EF-4159-9388-A71B56598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58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EA80-2F6E-FDDA-862C-A71DEA9E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77625-319D-B6BD-841C-70B6D107B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AC700-E4F1-EA3C-391E-72DCFAA43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5241-0FBE-6454-B353-8F6DDDB7B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DE77D-E859-4CAE-9919-31B4D1E26BA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27766-7B24-FA9F-6382-0A9BB45F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D351D-6ECC-7E3A-D5A7-6C0F64B8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D79E-06EF-4159-9388-A71B56598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830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CF93E-F9B3-F573-7AA3-52FC19055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21166-0B5A-D94A-E4CA-56937BC91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3F95F-8EB0-79AB-27E8-08CDEDF51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13775-8CC5-DCD4-C735-37EF93C64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A9265-0001-E4C9-A6B0-8F846579D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A5584-656A-E99B-B269-7B4004D71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DE77D-E859-4CAE-9919-31B4D1E26BA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6385B0-0F7A-CF66-2AF2-D0AD7B3D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EE4868-7CCC-E281-E3E9-7A3C2D1F4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D79E-06EF-4159-9388-A71B56598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62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643AF-A403-C272-8753-EA452078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39ABA-6A99-4CD1-814C-662E79BF5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DE77D-E859-4CAE-9919-31B4D1E26BA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4C381-7CDF-1A48-3A6C-2A2689A4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982EE5-6A5E-D277-2E7B-99F615AC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D79E-06EF-4159-9388-A71B56598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56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A82FE0-D4CB-33B1-9AD5-24F76D8DA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DE77D-E859-4CAE-9919-31B4D1E26BA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F90F7-4869-2AB4-B8AD-D94E52FD0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7DBAB-843C-F0BD-68B9-28FAEA50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D79E-06EF-4159-9388-A71B56598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08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A8A5-ECE5-A0F5-04AA-49884B370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C4EBD-A440-DA2E-B8D3-135F8E1C2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D2839-709C-BF94-6E63-E53589DB2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9BCA0-E67C-A6D6-B393-AB8CE56AD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DE77D-E859-4CAE-9919-31B4D1E26BA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E6D5F-9EC1-DB9F-331F-44DB646D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13D3A-246C-8144-7EE1-A88643EC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D79E-06EF-4159-9388-A71B56598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532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9B8D-D99F-F104-ED08-96B84969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2E9838-6AB9-2B98-8DA3-A6A1A9A8B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8C093-A9AB-C545-13CE-A633B4EB8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F5F50-5A66-BD5D-468A-177F62C88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DE77D-E859-4CAE-9919-31B4D1E26BA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48585-08DB-ACBE-ECB5-7DC4EAC2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C1532-B9F3-AFF8-C5CE-29A72B942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D79E-06EF-4159-9388-A71B56598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895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120C7-A118-7F0F-0106-72D9DFFF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755E6-9A51-BDD9-9E56-B4139684C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143A6-9A39-BBCE-A0B0-E3223371E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DE77D-E859-4CAE-9919-31B4D1E26BA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6325-8CB5-F3E2-97FC-AE41E6BBF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0BB67-7960-BF3F-81A2-7B6B55DC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D79E-06EF-4159-9388-A71B56598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24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0EFEA2-5D8A-0F9E-28D8-5CEDB5E81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8D4C3-30B6-AD76-C21C-79D68DB3C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E5CAE-8443-ADC4-AF7A-6014DFEE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DE77D-E859-4CAE-9919-31B4D1E26BA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4F558-4F10-CDD9-D50E-0E4E4851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C18C7-E8E6-3C28-6314-328CF9330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D79E-06EF-4159-9388-A71B56598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803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E4215D-6BC0-AF9F-69F2-DF516B381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17262-CB05-1E1E-9E32-A91D3FE9C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F434E-F89A-DC3C-837A-19D331B83E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DE77D-E859-4CAE-9919-31B4D1E26BA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486E0-1D2D-AA11-BE84-DD77F8E1B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9565E-232C-91CC-CA1D-6D4AB0830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8D79E-06EF-4159-9388-A71B56598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4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0131A2-3462-20D5-4605-F5DB8A626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"/>
            <a:ext cx="6096000" cy="3425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76E61A-C86B-31B9-BBA8-B37060A96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05"/>
            <a:ext cx="6096000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F27297-979F-5D51-0A88-7A9414EE6D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5969132" cy="33539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31A83A-B59E-9FA0-9DBB-DEC4E3CD50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132" y="3357716"/>
            <a:ext cx="6222868" cy="349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433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F9D1AC-3C9C-ECBD-04CA-123DDFB57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334642" cy="3559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C58EB2-DF47-15E4-5432-8219A9D6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642" y="86032"/>
            <a:ext cx="5949666" cy="3342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89C1D7-9782-545B-9E40-A16F31455D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94912"/>
            <a:ext cx="6334644" cy="35592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AAFCFE-3711-F774-CF62-F6EAE8E213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860" y="3559276"/>
            <a:ext cx="5864139" cy="329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08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471674-9CB4-A815-2EA8-FC322D9E8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"/>
            <a:ext cx="6096000" cy="3425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29DD76-F2BA-1708-994B-31069E0133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10"/>
            <a:ext cx="6096000" cy="34251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B035AB-AB8E-522A-4C4A-F9ED25F8D1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429000"/>
            <a:ext cx="6096000" cy="34251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8B1783-A658-58D5-6852-20A9F1511B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6096000" cy="342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75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CHOUDHARY</dc:creator>
  <cp:lastModifiedBy>MANOJ CHOUDHARY</cp:lastModifiedBy>
  <cp:revision>1</cp:revision>
  <dcterms:created xsi:type="dcterms:W3CDTF">2026-06-22T06:14:47Z</dcterms:created>
  <dcterms:modified xsi:type="dcterms:W3CDTF">2026-06-22T06:17:11Z</dcterms:modified>
</cp:coreProperties>
</file>